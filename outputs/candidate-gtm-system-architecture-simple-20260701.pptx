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c69cd7cf34b21" /><Relationship Type="http://schemas.openxmlformats.org/officeDocument/2006/relationships/extended-properties" Target="/docProps/app.xml" Id="Rcbcb67649bf144e4" /><Relationship Type="http://schemas.openxmlformats.org/officeDocument/2006/relationships/officeDocument" Target="/ppt/presentation.xml" Id="R69181f1443e447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1361c93b03494a"/>
  </p:sldMasterIdLst>
  <p:notesMasterIdLst>
    <p:notesMasterId xmlns:r="http://schemas.openxmlformats.org/officeDocument/2006/relationships" r:id="Rf47e92c25bce43c4"/>
  </p:notesMasterIdLst>
  <p:sldIdLst>
    <p:sldId xmlns:r="http://schemas.openxmlformats.org/officeDocument/2006/relationships" id="256" r:id="R1f26ea0891cc4b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61c6c9b233461a" /><Relationship Type="http://schemas.openxmlformats.org/officeDocument/2006/relationships/slideMaster" Target="/ppt/slideMasters/slideMaster1.xml" Id="R541361c93b03494a" /><Relationship Type="http://schemas.openxmlformats.org/officeDocument/2006/relationships/notesMaster" Target="/ppt/notesMasters/notesMaster1.xml" Id="Rf47e92c25bce43c4" /><Relationship Type="http://schemas.openxmlformats.org/officeDocument/2006/relationships/presProps" Target="/ppt/presProps.xml" Id="Rac392a3d47a346c0" /><Relationship Type="http://schemas.openxmlformats.org/officeDocument/2006/relationships/tableStyles" Target="/ppt/tableStyles.xml" Id="R6a792fe0144645b1" /><Relationship Type="http://schemas.openxmlformats.org/officeDocument/2006/relationships/slide" Target="/ppt/slides/slide1.xml" Id="R1f26ea0891cc4b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d3c266ac842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fc56e74b494b00" /><Relationship Type="http://schemas.openxmlformats.org/officeDocument/2006/relationships/notesMaster" Target="/ppt/notesMasters/notesMaster1.xml" Id="Rdff6b178e77f46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e074428a64c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43a2039eb4692" /><Relationship Type="http://schemas.openxmlformats.org/officeDocument/2006/relationships/slideLayout" Target="/ppt/slideLayouts/slideLayout1.xml" Id="R6d3278bac7b64f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3278bac7b64f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23828ac2b49fe" /><Relationship Type="http://schemas.openxmlformats.org/officeDocument/2006/relationships/notesSlide" Target="/ppt/notesSlides/notesSlide1.xml" Id="Rcd740ceccf494d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D94E0-BD3C-4929-A26D-36A901C7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FBB8F-052D-45F6-A446-B7DA193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045ED-64E4-49C9-B4DE-9D4DA10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85F95-E4C2-42F7-8741-92781A32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6202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Workflow logic, frontend, database, and hosting</a:t>
            </a:r>
          </a:p>
        </p:txBody>
      </p:sp>
      <p:sp>
        <p:nvSpPr>
          <p:cNvPr id="5" name="Frontend card">
            <a:extLst xmlns:a="http://schemas.openxmlformats.org/drawingml/2006/main">
              <a:ext uri="{FF2B5EF4-FFF2-40B4-BE49-F238E27FC236}">
                <a16:creationId xmlns:a16="http://schemas.microsoft.com/office/drawing/2014/main" id="{A6937DB9-7834-4A74-B68D-4F853508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524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24C30-C33B-4746-9C17-FBB4E487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B8997-2728-4023-B9C6-68DCE300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1447E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47E6"/>
                </a:solidFill>
              </a:defRPr>
            </a:pPr>
            <a:r>
              <a:rPr sz="1275" b="1">
                <a:solidFill>
                  <a:srgbClr val="1447E6"/>
                </a:solidFill>
              </a:rPr>
              <a:t>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6DD3F-05EE-412E-82DE-42E1FDB9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812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631E-3099-4CFB-ACAD-DA4129D5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146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47E6"/>
                </a:solidFill>
              </a:defRPr>
            </a:pPr>
            <a:r>
              <a:rPr sz="1275" b="1">
                <a:solidFill>
                  <a:srgbClr val="1447E6"/>
                </a:solidFill>
              </a:rPr>
              <a:t>ASP.NET Core Blazor Server + Telerik UI</a:t>
            </a:r>
          </a:p>
        </p:txBody>
      </p:sp>
      <p:sp>
        <p:nvSpPr>
          <p:cNvPr id="10" name="Hosting card">
            <a:extLst xmlns:a="http://schemas.openxmlformats.org/drawingml/2006/main">
              <a:ext uri="{FF2B5EF4-FFF2-40B4-BE49-F238E27FC236}">
                <a16:creationId xmlns:a16="http://schemas.microsoft.com/office/drawing/2014/main" id="{E0954E93-95D1-44C6-A401-13C66258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524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FF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F7345-AEA8-40D7-9A29-A852B913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3B74D-3369-4734-89BF-340CB3E6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0478">
            <a:solidFill>
              <a:srgbClr val="155DF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C5A1E-F2E9-45DE-92D2-B88F25A8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814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Hosting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18E7C-A2DA-402A-9CB5-44973C7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14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Azure App Service</a:t>
            </a:r>
          </a:p>
        </p:txBody>
      </p:sp>
      <p:sp>
        <p:nvSpPr>
          <p:cNvPr id="15" name="Database card">
            <a:extLst xmlns:a="http://schemas.openxmlformats.org/drawingml/2006/main">
              <a:ext uri="{FF2B5EF4-FFF2-40B4-BE49-F238E27FC236}">
                <a16:creationId xmlns:a16="http://schemas.microsoft.com/office/drawing/2014/main" id="{9B9AAE59-75D0-4E26-B61B-9030B859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27813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0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237EE-F854-4FC7-BB45-4F2DC424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solidFill>
              <a:srgbClr val="007A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142AB-FFEB-4BA6-AE2A-ED64990E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860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007A5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7A55"/>
                </a:solidFill>
              </a:defRPr>
            </a:pPr>
            <a:r>
              <a:rPr sz="2025" b="1">
                <a:solidFill>
                  <a:srgbClr val="007A55"/>
                </a:solidFill>
              </a:rPr>
              <a:t>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5D93D-11B1-48CF-9B65-9F0D122C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045"/>
                </a:solidFill>
              </a:defRPr>
            </a:pPr>
            <a:r>
              <a:rPr sz="2100" b="1">
                <a:solidFill>
                  <a:srgbClr val="006045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3EFEF-A8ED-47D1-A914-B0F989E5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8147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Supabase Postgres</a:t>
            </a:r>
          </a:p>
        </p:txBody>
      </p:sp>
      <p:sp>
        <p:nvSpPr>
          <p:cNvPr id="20" name="Workflow Logic card">
            <a:extLst xmlns:a="http://schemas.openxmlformats.org/drawingml/2006/main">
              <a:ext uri="{FF2B5EF4-FFF2-40B4-BE49-F238E27FC236}">
                <a16:creationId xmlns:a16="http://schemas.microsoft.com/office/drawing/2014/main" id="{F22888D3-BB74-48E1-82D9-E18DAE24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DF99B-DA78-4C00-A192-118CAB6E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97C7E-BE3F-43B2-A329-2E27A783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BFBF1"/>
          </a:solidFill>
          <a:ln xmlns:a="http://schemas.openxmlformats.org/drawingml/2006/main" w="10478">
            <a:solidFill>
              <a:srgbClr val="00786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SKILL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8B0B7-2466-4A93-82CF-5DEB199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Workflow Logic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A7E00-CE1E-45B0-9F7D-ADC15615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86F"/>
                </a:solidFill>
              </a:defRPr>
            </a:pPr>
            <a:r>
              <a:rPr sz="1275" b="1">
                <a:solidFill>
                  <a:srgbClr val="00786F"/>
                </a:solidFill>
              </a:rPr>
              <a:t>Claude skills automation</a:t>
            </a:r>
          </a:p>
        </p:txBody>
      </p:sp>
      <p:cxnSp>
        <p:nvCxnSpPr>
          <p:cNvPr id="68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91000" y="2428875"/>
            <a:ext cx="7048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AD5E2"/>
            </a:solidFill>
            <a:prstDash val="solid"/>
          </a:ln>
        </p:spPr>
      </p:cxnSp>
      <p:cxnSp>
        <p:nvCxnSpPr>
          <p:cNvPr id="69" name=""/>
          <p:cNvCxnSpPr>
            <a:stCxn xmlns:a="http://schemas.openxmlformats.org/drawingml/2006/main" id="20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7677150" y="2895600"/>
            <a:ext cx="5334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AD5E2"/>
            </a:solidFill>
            <a:prstDash val="solid"/>
          </a:ln>
        </p:spPr>
      </p:cxnSp>
      <p:cxnSp>
        <p:nvCxnSpPr>
          <p:cNvPr id="70" name=""/>
          <p:cNvCxnSpPr>
            <a:stCxn xmlns:a="http://schemas.openxmlformats.org/drawingml/2006/main" id="10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4191000" y="4324350"/>
            <a:ext cx="2095500" cy="342900"/>
          </a:xfrm>
          <a:prstGeom xmlns:a="http://schemas.openxmlformats.org/drawingml/2006/main" prst="bentConnector4">
            <a:avLst/>
          </a:prstGeom>
          <a:ln xmlns:a="http://schemas.openxmlformats.org/drawingml/2006/main" w="11430">
            <a:solidFill>
              <a:srgbClr val="CAD5E2"/>
            </a:solidFill>
            <a:prstDash val="dash"/>
          </a:ln>
        </p:spPr>
      </p:cxnSp>
      <p:sp>
        <p:nvSpPr>
          <p:cNvPr id="28" name="Implementation footprint caption">
            <a:extLst xmlns:a="http://schemas.openxmlformats.org/drawingml/2006/main">
              <a:ext uri="{FF2B5EF4-FFF2-40B4-BE49-F238E27FC236}">
                <a16:creationId xmlns:a16="http://schemas.microsoft.com/office/drawing/2014/main" id="{CF39BFDA-C4C1-4F15-9560-59C88A83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53000"/>
            <a:ext cx="67246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50DBE-36FE-4335-88E7-35B84B75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24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Implementation footprint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6D7B9-55DD-49F7-8241-8F59CD02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1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B26DC6-9217-4F0B-B5D2-983631B3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483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86F"/>
                </a:solidFill>
              </a:defRPr>
            </a:pPr>
            <a:r>
              <a:rPr sz="1350" b="1">
                <a:solidFill>
                  <a:srgbClr val="00786F"/>
                </a:solidFill>
              </a:rPr>
              <a:t>Workflow Logic: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5B79C7-5953-4646-A510-3D24DDE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448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Claude skills automation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B3CE1D-91E9-496A-9943-31CD02A6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72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solidFill>
              <a:srgbClr val="1447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7EC0D-03FD-4AA6-BB80-B2E3430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7054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47E6"/>
                </a:solidFill>
              </a:defRPr>
            </a:pPr>
            <a:r>
              <a:rPr sz="1350" b="1">
                <a:solidFill>
                  <a:srgbClr val="1447E6"/>
                </a:solidFill>
              </a:rPr>
              <a:t>Frontend: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BA78EC-892C-4116-B1B6-BAA359D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705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ASP.NET Core Blazor Server + Telerik UI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2C9475-98A1-4EB5-A2CE-298CF954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2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solidFill>
              <a:srgbClr val="007A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849514-5527-4870-9603-80A02379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626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A55"/>
                </a:solidFill>
              </a:defRPr>
            </a:pPr>
            <a:r>
              <a:rPr sz="1350" b="1">
                <a:solidFill>
                  <a:srgbClr val="007A55"/>
                </a:solidFill>
              </a:rPr>
              <a:t>Database: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5FA128-6FEE-4CED-A420-A1B960D8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962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Supabase Postgres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010D22-B0B5-40B0-AFF8-7573689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28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DFC"/>
          </a:solidFill>
          <a:ln xmlns:a="http://schemas.openxmlformats.org/drawingml/2006/main" w="0">
            <a:solidFill>
              <a:srgbClr val="155DF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3918DC-3E50-4B69-B661-9FF18199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2198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5DFC"/>
                </a:solidFill>
              </a:defRPr>
            </a:pPr>
            <a:r>
              <a:rPr sz="1350" b="1">
                <a:solidFill>
                  <a:srgbClr val="155DFC"/>
                </a:solidFill>
              </a:rPr>
              <a:t>Hosting: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D133C3-33CE-4D5D-94D7-231834E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2198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Azure App Service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84CB3B-4ABD-43B6-B2A5-A6459768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Public-safe implementation 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309494-C47E-4020-AF75-67A7042D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722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No private outreach content, raw CRM records, tokens, or internal table details shown.</a:t>
            </a:r>
          </a:p>
        </p:txBody>
      </p:sp>
    </p:spTree>
    <p:extLst>
      <p:ext uri="{BB962C8B-B14F-4D97-AF65-F5344CB8AC3E}">
        <p14:creationId xmlns:p14="http://schemas.microsoft.com/office/powerpoint/2010/main" val="358340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2026-06-30T16:31:47.4270000Z</dcterms:created>
  <dcterms:modified xsi:type="dcterms:W3CDTF">2026-06-30T16:31:47.4270000Z</dcterms:modified>
</coreProperties>
</file>